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Say the name first — 'Roeung' means 'story' in Khmer. Two sentences: 'Roeung is an AI pipeline that preserves family oral histories across language and geography. My name is Ellen Sea, and this is a personal project — built for my own family.' Let the slide speak.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story — pause after 'she has stories no one else carries.' Let it land. Don't rush to the three cards; tell the human situation first. Then anchor each card to a real example: the language gap your grandmother experienced, the coordination problem across three time zones, the urgency of aging elders. The Clay bar at the bottom is your transition: 'This problem persists because no tool has been built for it — until now.'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as a story: 'Grandmother records a voice memo. The app checks whether it can hear her clearly. If yes, ElevenLabs — the only model that handles Khmer with word-level timestamps — transcribes it. GPT-4o-mini then translates, segment by segment, with a prompt that tells it to preserve cultural names and relational terms...' Slow down on Step 6: 'No AI output goes directly to the family book. A Keeper reads every line before publication. That human step is not optional — it is the core design decision.'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to 3 minutes. Run it live. Narrate as it goes:
'This is the trigger — a family member opens their private link and records or uploads audio. No account, no password.'
'Here the AI is doing the heavy lifting — ElevenLabs is transcribing the Khmer in real time, attaching a timestamp to every word.'
'And this is the output — what a Keeper sees when they open the review queue: a full bilingual transcript, flagged cultural phrases, and three suggested titles in both languages.'
After the demo: 'ElevenLabs for Khmer transcription because it is the only model with word-level timestamp support for low-resource Southeast Asian languages. GPT-4o-mini for translation because it costs 6x less than GPT-4 and performs equally well on structured tasks. FastAPI and ARQ for the async pipeline — lightweight and fits the sequential step model. What this POC proves: full end-to-end pipeline in under 10 minutes, no human involvement until Keeper review. What it does not prove: multi-family scale, production reliability, or willingness to pay.'
Always have a backup recording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model: one-time purchase, not a subscription. Families own their book permanently — a missed payment never locks them out of their grandmother's memories. Walk the three stat cards: the $89 base gives you infrastructure margin; credits at $1.29–$1.90 cover the $0.40 AI cost with room. The bar chart tells the three-phase story in one image. Acknowledge the caveat on the right before anyone asks: 'These are estimates. The pilot exists precisely to test whether $89 is the right price point.'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matrix. Walk through the three risks like a founder who has already thought about them — and has. 'The one I lose sleep over is the backlog risk. If Keepers don't review stories, the whole value proposition collapses. That is why the queue nudge is a Phase 2 product requirement, not a nice-to-have.' Show that you understand the risks deeply, that mitigations are ready, and that you are not pretending the road is smooth. Close: 'These risks are manageable. They are not reasons not to build — they are the engineering and business problems we know we need to solve.'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Legal Officer wants two things from this slide: the risk classification and the reason for it, and what data you're sending to third parties. Answer both before they ask.
On EU AI Act: 'We classified ourselves as Limited Risk — not because it was the easiest label, but because we walked through every prohibited practice in Art. 5 and every Annex III category and none of them apply. Processing voice recordings for transcription is not biometric identification.'
On GDPR: 'Audio stays with ElevenLabs for transcription. Text — not audio — goes to Google and OpenAI. Each processor has a DPA, or will have one before we go live with any EU-resident family member.'
Be honest about the gaps. Showing you know what you haven't done yet — and have a plan for it — is more impressive than claiming everything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phases quickly — the first one is done. Phase 2 is where the real test happens: will external families find this valuable enough to pay for? Treat the KPI box at the bottom of each card as your go/no-go gate. 'If Phase 2 doesn't hit the 60% willingness-to-pay threshold, we do not launch publicly until we understand why.'
On the commercialisation model in the footer: 'One-time purchase because families should feel they own their book. A missed subscription payment should never lock someone out of their grandmother's memories. Credits are consumed per story, so ongoing AI costs are always covered — but the book itself is yours permanently.'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No new information. Restate the two core things: what this does and that it can be deployed compliantly. Then the ask, clear and confident: 'The next step is a 60-day pilot. Ten diaspora families. Defined scope, clear KPIs. That pilot will either validate the assumptions in this deck or surface exactly where we need to rethink. Either outcome is a good outcome.' Thank them and stop. The Ink panel is the visual bookend to Slide 1 — that symmetry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ROEUNG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1874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រឿង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365760" y="2633472"/>
            <a:ext cx="2377440" cy="45720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79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Cultural Preservation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3101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heritage platform for diaspora families. Bilingual. AI-assisted. Human-approved.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5537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 Sea  · 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91440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Pipeline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Family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Oral Histories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60520" y="2834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 family diaspora spans three countries and two languages. This is how we save the stories before they are gone.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2468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55280" y="2468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Grandmother Sea survived the Khmer Rouge. She has stories no one else carries.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184708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granddaughter speaks English. Her daughter speaks some Khmer. There is no shared language, no shared geography, and no tool built for this family.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621792"/>
            <a:ext cx="34290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22976" y="7132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89320" y="713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barrier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22976" y="1078992"/>
            <a:ext cx="31729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Khmer-speaking elders. English-dominant grandchildren. Stories disappear in the gap between.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993392"/>
            <a:ext cx="34290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22976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9320" y="20848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Diaspora geography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22976" y="2450592"/>
            <a:ext cx="31729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· Germany · Cambodia. No shared infrastructure for coordinating preservation across borders.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3364992"/>
            <a:ext cx="34290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22976" y="3456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89320" y="34564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running 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22976" y="3822192"/>
            <a:ext cx="317296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histories are told once, in conversation, and lost. Every month without a system is memory gone forever.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02336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 this not been solved? Manual transcription is too slow, too expensive, and depends on bilingual family members who are already overwhelmed.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55280" y="2468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804672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85800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Roeung is an AI pipeline that turns a raw Khmer audio recording into a bilingual, culturally-reviewed, human-approved family story — automatically.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92608" y="1554480"/>
            <a:ext cx="1335024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64592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956816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URL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7249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link, no account.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27632" y="2221992"/>
            <a:ext cx="109728" cy="64008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554480"/>
            <a:ext cx="1335024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164592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1956816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28800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27249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gate. Rejects bad audio.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72384" y="2221992"/>
            <a:ext cx="109728" cy="64008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554480"/>
            <a:ext cx="1335024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73552" y="164592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73552" y="1956816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Transcribe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73552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v2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73552" y="27249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Khmer STT, word timestamps.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17136" y="2221992"/>
            <a:ext cx="109728" cy="64008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1554480"/>
            <a:ext cx="1335024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18304" y="164592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18304" y="1956816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18304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8304" y="27249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KH↔EN, cultural prompting.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61888" y="2221992"/>
            <a:ext cx="109728" cy="64008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1554480"/>
            <a:ext cx="1335024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63056" y="164592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63056" y="1956816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 &amp;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63056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63056" y="27249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flags. 3 bilingual titles.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06640" y="2221992"/>
            <a:ext cx="109728" cy="64008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16368" y="1554480"/>
            <a:ext cx="1335024" cy="1463040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07808" y="164592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07808" y="1956816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607808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07808" y="272491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approve, publish.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92608" y="3182112"/>
            <a:ext cx="8558784" cy="475488"/>
          </a:xfrm>
          <a:prstGeom prst="rect">
            <a:avLst/>
          </a:prstGeom>
          <a:solidFill>
            <a:srgbClr val="E8DCC8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32644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is non-negotiable — Step 6 is mandatory. No story is ever published without Keeper approval.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92608" y="3767328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Automatic Speech Recognition  ·  Neural MT  ·  Named Entity Recognition  ·  Classification  ·  Generation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297680"/>
            <a:ext cx="9144000" cy="402336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36168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result: a 10-minute Khmer audio recording becomes a fully bilingual, culturally-reviewed, Keeper-ready story in under 10 minutes.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DEMO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55280" y="2468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286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 live — or switch to backup recording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260604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318211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3511296"/>
            <a:ext cx="2350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 submits audio via their private family link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8980" y="3063240"/>
            <a:ext cx="260604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6996" y="318211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96996" y="3511296"/>
            <a:ext cx="2350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→ translation → cultural flags → title suggestions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063240"/>
            <a:ext cx="260604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318211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08776" y="3511296"/>
            <a:ext cx="2350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 review interface: AI outputs ready for human approval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55280" y="2468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One-time purchase + story credits. Break-even at 20 families.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purchase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(one-time)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87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story credits included. Families own their book forever.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29844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$0.40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per 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587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at $1.29–$1.90. 3–4× margin.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51760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29844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~$120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 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587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at least one credit pack repurchase.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81528"/>
            <a:ext cx="2651760" cy="1737360"/>
          </a:xfrm>
          <a:prstGeom prst="rect">
            <a:avLst/>
          </a:prstGeom>
          <a:solidFill>
            <a:srgbClr val="E8DCC8"/>
          </a:solidFill>
          <a:ln w="12700">
            <a:solidFill>
              <a:srgbClr val="B569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" y="34747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$1.2K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85216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families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" y="4407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willingness-to-pay test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3081528"/>
            <a:ext cx="265176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74136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74136" y="34747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$12K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3374136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families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74136" y="4407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— first real revenue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3081528"/>
            <a:ext cx="265176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63056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63056" y="34747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$150K+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163056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families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63056" y="4407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community + institutional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55280" y="2468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risks that could derail this project — and why they won't.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47472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61872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costs exceed revenue at scale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261872" cy="256032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562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20240" y="1828800"/>
            <a:ext cx="1920240" cy="256032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856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MEDIUM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0" y="124358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Cost-per-story is logged per submission. Credits priced at 3–4× API cost. If ElevenLabs or OpenAI raise prices, we absorb 30% via margin and adjust credit pricing. Provider abstraction layer makes model-swapping feasible.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347472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441448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441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Keeper review backlog — stories pile up unreviewed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08376"/>
            <a:ext cx="1261872" cy="256032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35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20240" y="3008376"/>
            <a:ext cx="1920240" cy="256032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035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MEDIUM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0" y="2423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nudges, weekly digest emails, redesigned queue UX if pilot data shows bottleneck. At pilot scale, manageable manually. At 100 families, automated reminders trigger when a story sits in review queue for over 5 days.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347472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621024"/>
            <a:ext cx="420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6210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resistance to AI handling sensitive narratives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187952"/>
            <a:ext cx="1261872" cy="256032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1538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20240" y="4187952"/>
            <a:ext cx="1920240" cy="256032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42153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MEDIUM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0" y="360273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consent names all three AI processors. DPAs contractually prohibit training use of submitted data. Human Keeper review before any publication. The pitch: AI does the tedious work; humans keep the meaning.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690872"/>
            <a:ext cx="9144000" cy="384048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risks are manageable. Here is how.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55280" y="2468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Deployable compliantly. Known gaps have clear remediation paths.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703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" y="130759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3504" y="160020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RISK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03504" y="2148840"/>
            <a:ext cx="3383280" cy="36576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231136"/>
            <a:ext cx="3621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Limited Risk?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" y="250545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prohibited practice (Art. 5). Not in any Annex III high-risk category — transcription converts speech to text, it does not perform biometric identification. Roeung is a GPAI deployer, not a GPAI provider.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3182112"/>
            <a:ext cx="3621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(Art. 50)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" y="3456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 use to all users. Label AI-generated content (transcripts, translations, titles) as AI-generated in the UI.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" y="3986784"/>
            <a:ext cx="3621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Partially met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" y="42611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 UI labels all AI outputs. Reader UI needs explicit AI attribution on story pages — planned before deployment.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023360" cy="3703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160020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CONSENT-BASED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18304" y="2148840"/>
            <a:ext cx="3566160" cy="36576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2231136"/>
            <a:ext cx="3803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is processed?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9744" y="2505456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audio, transcripts, translations, names of people mentioned. Legal basis: Consent (Art. 6(1)(a)). Consent gate is a hard block — no recording begins until it is confirmed.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8304" y="3182112"/>
            <a:ext cx="3803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finding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3456432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risk: Medium. Primary risk: trauma narratives sent to US-based AI processors. Mitigated by explicit consent, DPAs, and data minimisation — audio stays with ElevenLabs; only text goes to Google and OpenAI.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18304" y="4133088"/>
            <a:ext cx="3803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gaps (pre-deployment)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9744" y="440740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with OpenAI not yet executed. Supabase RLS policies not yet defined. Both required before go-live.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955280" y="2468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658368"/>
            <a:ext cx="2651760" cy="4160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9496" y="7680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78408" y="7680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POC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331720" y="822960"/>
            <a:ext cx="640080" cy="237744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841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539496" y="11887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" y="1517904"/>
            <a:ext cx="2286000" cy="36576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609344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 family prototype live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 AI pipeline end-to-end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core user flows complete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Bilingual KH/EN throughout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" y="3401568"/>
            <a:ext cx="2542032" cy="1143000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34930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" y="374904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stories published in family book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658368"/>
            <a:ext cx="2651760" cy="4160520"/>
          </a:xfrm>
          <a:prstGeom prst="rect">
            <a:avLst/>
          </a:prstGeom>
          <a:solidFill>
            <a:srgbClr val="E8DCC8"/>
          </a:solidFill>
          <a:ln w="12700">
            <a:solidFill>
              <a:srgbClr val="B569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28416" y="7680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67328" y="7680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120640" y="822960"/>
            <a:ext cx="640080" cy="23774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841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328416" y="11887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Sep 2026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28416" y="1517904"/>
            <a:ext cx="2286000" cy="365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1609344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10–20 external diaspora families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Multi-tenancy + billing (Stripe)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Self-serve signup + onboarding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Willingness-to-pay validated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55264" y="3401568"/>
            <a:ext cx="2542032" cy="1143000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4930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64992" y="374904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≥60% of pilot families willing to pay at $89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658368"/>
            <a:ext cx="2651760" cy="4160520"/>
          </a:xfrm>
          <a:prstGeom prst="rect">
            <a:avLst/>
          </a:prstGeom>
          <a:solidFill>
            <a:srgbClr val="E8DCC8"/>
          </a:solidFill>
          <a:ln w="12700">
            <a:solidFill>
              <a:srgbClr val="B569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17336" y="76809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556248" y="7680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909560" y="822960"/>
            <a:ext cx="640080" cy="23774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841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117336" y="11887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Dec 2026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17336" y="1517904"/>
            <a:ext cx="2286000" cy="365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1609344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Public launch — Product Hunt, HN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diaspora partnerships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PDF book export (paid feature)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Language expansion: Arabic, Somali, Vietnamese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44184" y="3401568"/>
            <a:ext cx="2542032" cy="1143000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34930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53912" y="374904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paying families · ≥$10K revenue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3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Commercialisation:  $89 one-time purchase + story credits  ·  Self-serve  ·  No subscription  ·  Families own their book permanently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DC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B56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60-day pilot with 10 diaspora families.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validate willingness to pay and pipeline reliability at multi-family scale.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9077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families across Cambodian, Vietnamese, Somali, and Ukrainian diaspora networks. Structured bi-weekly feedback calls. Free access in exchange for insight.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0"/>
            <a:ext cx="2377440" cy="45720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2519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ROEUNG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4688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56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60520" y="594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896112"/>
            <a:ext cx="1463040" cy="36576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01498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Roeung makes it possible for diaspora families to preserve Khmer-language oral histories in minutes rather than months — at a cost a private family can afford.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359152"/>
            <a:ext cx="1463040" cy="36576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47802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 under the EU AI Act. GDPR consent-based. Known gaps — DPAs, RLS policies, AI disclosure in reader UI — are documented with clear remediation paths before deployment.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3822192"/>
            <a:ext cx="1463040" cy="36576"/>
          </a:xfrm>
          <a:prstGeom prst="rect">
            <a:avLst/>
          </a:prstGeom>
          <a:solidFill>
            <a:srgbClr val="B5693A"/>
          </a:solidFill>
          <a:ln w="12700">
            <a:solidFill>
              <a:srgbClr val="B569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394106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60-day pilot with 10 diaspora families. Defined scope, clear KPIs, willingness-to-pay as the go/no-go gate for public launch.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Roeung — AI-Powered Family Oral History Platform</dc:title>
  <dc:subject>PptxGenJS Presentation</dc:subject>
  <dc:creator>Ellen Sea</dc:creator>
  <cp:lastModifiedBy>Ellen Sea</cp:lastModifiedBy>
  <cp:revision>1</cp:revision>
  <dcterms:created xsi:type="dcterms:W3CDTF">2026-06-19T07:41:16Z</dcterms:created>
  <dcterms:modified xsi:type="dcterms:W3CDTF">2026-06-19T07:41:16Z</dcterms:modified>
</cp:coreProperties>
</file>